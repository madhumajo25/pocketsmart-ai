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62" r:id="rId4"/>
    <p:sldId id="263" r:id="rId5"/>
    <p:sldId id="264" r:id="rId6"/>
    <p:sldId id="265" r:id="rId7"/>
    <p:sldId id="266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1168"/>
    <a:srgbClr val="7028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89D4F-62E4-8AD1-7B1E-8886438DA4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68EB62-58EE-636C-E81B-34392F567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951005-C9F6-5DCC-DB4F-FD9524C9E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BF33-B9D2-4B53-BAAA-1E4F26A0FBF5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B05B3-4035-9D6C-6CEF-B9A827D4F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77B85-D936-75A6-CC63-ED21BCF7A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04A5D-C825-42E8-97C9-33173BA18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837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511D2-F3AC-B83A-2F3A-125D06C3E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ACC2A-3F35-1CD0-37AC-997652A05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A2626-2FF2-F48C-22DD-D8AF21414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BF33-B9D2-4B53-BAAA-1E4F26A0FBF5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D238D-45B5-A28C-7430-812EAF065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01C24-FCBE-06CF-1DA8-1605ABFA4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04A5D-C825-42E8-97C9-33173BA18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570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93527-C059-5364-7A14-6714FC6E4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B9374-5053-6F90-307A-AEBEB8E5E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C7611-E4B7-711B-9C27-CF2D5B4B2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BF33-B9D2-4B53-BAAA-1E4F26A0FBF5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5D580-4CEB-08AE-7775-23AE2B3B4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2E30C-6795-14B6-5C12-E3D588C7A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04A5D-C825-42E8-97C9-33173BA18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7180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4507D-8A84-B9B2-8ABF-9CEF0F02E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D2C5E-8680-95BB-5C40-838E96C682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DF5F9A-766D-C848-CFA7-AB425F4CE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5E2C31-D45E-503D-744E-D16444AAD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BF33-B9D2-4B53-BAAA-1E4F26A0FBF5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A83771-1017-6086-0BCC-9C0361FFB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5765ED-9A5B-D361-E1E3-86DF6F904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04A5D-C825-42E8-97C9-33173BA18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727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9034D-79C3-46AB-4296-A9E47F080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FB647B-7DEB-5E27-F2DF-61A9570E8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B2618-5779-C304-81D0-84295FE809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0C3EBB-A532-7E84-C9D5-89E9BA3640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CD8301-58EC-FC13-6308-E4CA2FFF7C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94BF9C-3B24-9B1E-8C72-830A44FDB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BF33-B9D2-4B53-BAAA-1E4F26A0FBF5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1BA03D-8470-73B3-5DC3-4381F0A3F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1517BB-F6D2-F794-1719-D41F8EB80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04A5D-C825-42E8-97C9-33173BA18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370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63905-66E5-AD4D-E338-CB8819A03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965FC9-61F9-2FC1-EE3F-BB67DE38C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BF33-B9D2-4B53-BAAA-1E4F26A0FBF5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F7D672-506D-0878-5231-E96B2CB53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A92238-1F2D-DA31-7E14-ABB282532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04A5D-C825-42E8-97C9-33173BA18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9693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08967E-5DAE-67A2-2130-43F08A56C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BF33-B9D2-4B53-BAAA-1E4F26A0FBF5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E843FD-789C-2C31-3034-39DF6B476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DD693-9A96-E4D4-7F7B-29E8AE3CB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04A5D-C825-42E8-97C9-33173BA18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460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FCAA7-95D0-CE1D-EB57-7EC08785C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1E522-3E40-EEBF-8AE2-36971886B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CE638-7265-92ED-8273-AF96C0574C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A1E3CB-6E55-ADDF-F151-13C62285F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BF33-B9D2-4B53-BAAA-1E4F26A0FBF5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54A0AA-F3ED-C149-B924-A00E1A833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D223C3-8EBF-DAAF-EA16-7770312F7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04A5D-C825-42E8-97C9-33173BA18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0912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222B-9876-6877-1B6E-FCE58631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803EBB-880D-4111-5DB3-F813EDBCAA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A94D23-B3E1-2107-04E7-F55EB97309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0F6C62-9A1D-5ADB-EFC4-C1D98CBFA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BF33-B9D2-4B53-BAAA-1E4F26A0FBF5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324161-53EB-BAD5-8A8F-0F23FDA4D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4D8D29-0019-0FFC-ADAB-47DD31DB1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04A5D-C825-42E8-97C9-33173BA18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930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97FCB-04BC-FFD0-D063-B8E88C3EA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EDC6E0-1870-F4B0-5F19-2BEBDE1857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93BBB-7384-5322-E83E-117B94F21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BF33-B9D2-4B53-BAAA-1E4F26A0FBF5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6C216-001B-0D20-C2C5-1A8150201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09AF0-8E92-A6B6-A4C7-265F71167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04A5D-C825-42E8-97C9-33173BA18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894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5729FB-FA60-B792-2EE4-8049F309FD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48EEA-171E-6E03-B282-35DBB9032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23CAC-B029-450A-3C23-1302AA865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ABF33-B9D2-4B53-BAAA-1E4F26A0FBF5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9002C-EAEA-3AD7-6ADF-2663E6E87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5F64B-084E-A491-1B3D-874D8FA52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04A5D-C825-42E8-97C9-33173BA18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821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F94F23-E2E9-772A-1B8B-7AAE8F462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4D465-E5D4-45F7-A608-343DDD099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62504-6624-B4ED-BB43-D71DB4AD3D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CABF33-B9D2-4B53-BAAA-1E4F26A0FBF5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1B175-0516-1307-2107-9E96FFFB59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ADC31-BB7C-35B8-3613-CFC0FCBAD9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204A5D-C825-42E8-97C9-33173BA18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194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6C21A6-EA7F-C425-CD60-9C5596ADF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762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59E971-1CE1-5A66-0246-8AB4E0707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206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ACB603-F69F-8286-7A36-1A92E16A7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107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885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1002FC-930A-C587-31A8-0C6BC3D62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388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147FC9-06E3-70FC-ABD8-B4C17EC9C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92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8AB4EF-050A-EC38-5BAF-AE518E308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779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DC75BA-D401-2D46-4690-7A8D51DFE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031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F816465-9968-3456-825A-4E4D558B7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600" y="0"/>
            <a:ext cx="12293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559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S.Madhu sri</dc:creator>
  <cp:lastModifiedBy>S.Madhu sri</cp:lastModifiedBy>
  <cp:revision>12</cp:revision>
  <dcterms:created xsi:type="dcterms:W3CDTF">2026-09-23T05:35:40Z</dcterms:created>
  <dcterms:modified xsi:type="dcterms:W3CDTF">2026-09-28T09:52:42Z</dcterms:modified>
</cp:coreProperties>
</file>